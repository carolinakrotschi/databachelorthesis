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8"/>
    <p:restoredTop sz="94637"/>
  </p:normalViewPr>
  <p:slideViewPr>
    <p:cSldViewPr snapToGrid="0">
      <p:cViewPr>
        <p:scale>
          <a:sx n="72" d="100"/>
          <a:sy n="72" d="100"/>
        </p:scale>
        <p:origin x="167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33:16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1216 31 24575,'-37'0'0,"-37"0"0,18 0 0,-6 0 0,-12 0 0,-1 0 0,4 0 0,2 0 0,10 0 0,3 0 0,-26 0 0,35 0 0,12 0 0,14 1 0,-5 6 0,-10 5 0,-1 5 0,2 1 0,13-6 0,10-3 0,5-2 0,4 1 0,-2 1 0,-3 4 0,-12 5 0,-12 10 0,-12 7 0,0 1 0,10-3 0,13-10 0,13-6 0,4-5 0,4 0 0,0-1 0,0 1 0,0-1 0,0 4 0,0 5 0,0 5 0,0 0 0,0-4 0,0-4 0,0 6 0,2 10 0,2 5 0,0 2 0,2-10 0,1-10 0,3-5 0,-1-4 0,1 3 0,2 8 0,-1 7 0,3 5 0,-2 1 0,1-1 0,-1-4 0,-3-8 0,1-4 0,1-1 0,5 3 0,3 2 0,0 2 0,-2-5 0,-2-7 0,0 2 0,4 0 0,10 5 0,2 3 0,4-3 0,0-1 0,0-3 0,10-1 0,3-2 0,2-1 0,-7-3 0,-12-4 0,-4-1 0,-2-3 0,1 0 0,3 0 0,0 0 0,-3 0 0,-1 0 0,1 0 0,12 0 0,15 0 0,11 0 0,5 0 0,-2 0 0,0 0 0,1 0 0,-2 0 0,-4 0 0,-12 0 0,-9 0 0,-2 0 0,-4 0 0,0 0 0,-3 0 0,-3 0 0,0 0 0,1 0 0,-5 0 0,-4 0 0,-5 0 0,-2 0 0,4 0 0,9 0 0,6 0 0,2-3 0,-4-1 0,-11-3 0,-7-1 0,-7 1 0,-3-4 0,2-2 0,4-1 0,13-5 0,8 0 0,5-1 0,-2 1 0,-10 1 0,-3-4 0,-4-4 0,-3-2 0,-2 4 0,-5 4 0,-3 3 0,0-2 0,1-4 0,3-2 0,0 3 0,-1 5 0,-4 3 0,-1-3 0,3-11 0,2-16 0,3-8 0,-1 3 0,-4 6 0,-2 14 0,-2 7 0,0 4 0,0 2 0,0-1 0,-4-4 0,-7-9 0,-5 0 0,-2-1 0,1 7 0,7 9 0,-1 1 0,1-1 0,-5-3 0,-3-4 0,1 2 0,2 6 0,3 5 0,-2 1 0,-6-7 0,-7-4 0,-4-4 0,4 6 0,8 4 0,7 4 0,2 5 0,1 0 0,-3 4 0,-3-4 0,0-3 0,-1-3 0,4-3 0,0 4 0,-2-2 0,-1 2 0,-2 1 0,2 3 0,-2 1 0,-1 4 0,0 0 0,0 0 0,1 0 0,0-1 0,-4 1 0,0 0 0,0 0 0,2 0 0,1 0 0,-3 0 0,-2 0 0,-4-3 0,1 0 0,4-1 0,7-3 0,6 1 0,2-1 0,-1 0 0,-3 5 0,-7 2 0,-6 0 0,-13 0 0,-6 0 0,0 0 0,4 0 0,15 0 0,3 0 0,11 0 0,3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33:36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0F8B7-E9EF-355E-2A48-F0BBAB53C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0BFBB7-103C-67AF-F51D-FDE5815CA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368930-832F-9964-5EAE-3DF308BD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8960A2-42B0-5B65-FE8A-40FE7601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EAE373-3F91-0CB9-ACB0-78E749BA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85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A2A83-634A-F48D-B742-08CD9737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3BB24A-A9C2-5674-7EF8-21580C5B6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A80314-CDCC-A56E-D55E-FA49EE79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02639-3A83-46B7-E41E-3F3298E3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C6DE0C-26D8-5A67-994E-B8BEE5AA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38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2C509F-AFBB-0579-A536-A527F18E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09F3E9-E66A-A29D-ADAB-12827AA1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4D1068-4ECD-B61D-ADA5-244E883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FD6D47-ECB4-BC9F-AB70-6CA374E6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196D2-6DAF-B140-9AA2-A5DC7711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91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CF737-C461-0FD6-97B3-FD2C67EB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51B35E-D3D8-B7DB-4E5A-8781BFA7A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45108F-69DC-DBCE-9CFB-00998D97B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2E0E51-DB9D-F3BC-3B7F-6250A75C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8C1642-0071-C344-2628-6510891A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B10F84-D8C0-E4AB-CFE4-DE3D79D1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33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53065-0B4A-0168-AD32-A17DE67C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AC8F13-D936-79DF-5321-CDCDB7E0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7C83AC-86CE-07CB-6FC2-36A6F1433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072C11-7774-C952-8886-57D3DA87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0CF557-8878-6A71-FDBB-767A0F28B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F8AEC9-E59D-0262-39BA-32AAA1BF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6BFF7EE-2C0A-CEF7-D7D8-B41E44DB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4BFF29-F42B-7527-AA8D-04B65EC0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991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A7C78-2B87-8A58-22B7-340344D7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750C1A-EF32-5486-5977-A6206BD6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7BD78C-3107-330F-BADA-1703E59D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A7A4DB-4E2B-DE03-8E3A-9261060D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33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DE804-916C-9F6E-F3F6-013E0D46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7522F6-044C-404B-6B39-04D87098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4893F5-AC1D-4ABD-EF10-C712FA3A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937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CBD4A-047B-42AD-BD9C-B40C7555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9AC047-9097-2955-900D-B36289CEB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367B8C-A402-5F22-0A95-7802922A4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B84959-6474-A8EE-3C31-157D5283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EE8914-67A3-B9BB-1309-225DF62F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7B02B7-DA9E-4041-D9F6-14A77603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37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31B75-8448-7C8C-1561-7257119F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7EF68A2-3CEE-BB3C-CBA1-42971251D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EB8A4C-70F8-8681-D00C-359D06D00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992841-E4B9-2193-D8E9-B58C42FB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9A990C-B91E-FD8B-D0F0-4D0C6ED7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E45A39-97B1-B4CD-A43F-F42A9F0F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8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B077F-7B72-81E3-8C06-4F255E02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E2D255-BDE2-7F67-1ED2-4E20E538B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E685CA-1CAB-DF70-6951-B2616207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E5A872-940A-3D01-C982-0993B37D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B24DB8-2145-65A2-AC0B-5CDC3322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5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51BF6B-F8C1-E59F-736A-3B547F78B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753C53-4E03-5015-4936-4A49AF149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0FEE27-91EF-C0E7-2DD0-1483C72C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85188C-365B-899D-B64E-919FFADD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437507-2758-346B-1D8B-43FD65EF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18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D83B9C3-9D82-A7EE-DABF-F1CF495C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87F361-D22F-B3D8-1080-053726FF3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94D29-49CC-B86E-4F1E-698B4E56D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CED64-3ED4-6143-8920-A4F091AE38BD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5B262-BE90-4509-FB52-F742F7D55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B13E36-7C8A-AC94-66F6-62A8691EE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76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54561-BF53-9C4F-EAD2-6B754DE23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Msquared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4A89F3-849B-BC54-854A-07BACBEF9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75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1E7D43-C99B-557D-6396-716F37EB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2FEDA00F-A474-8DA2-580B-69EF2C3D3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1020"/>
              </p:ext>
            </p:extLst>
          </p:nvPr>
        </p:nvGraphicFramePr>
        <p:xfrm>
          <a:off x="643467" y="1971697"/>
          <a:ext cx="10905068" cy="4171087"/>
        </p:xfrm>
        <a:graphic>
          <a:graphicData uri="http://schemas.openxmlformats.org/drawingml/2006/table">
            <a:tbl>
              <a:tblPr firstRow="1" bandRow="1"/>
              <a:tblGrid>
                <a:gridCol w="2082564">
                  <a:extLst>
                    <a:ext uri="{9D8B030D-6E8A-4147-A177-3AD203B41FA5}">
                      <a16:colId xmlns:a16="http://schemas.microsoft.com/office/drawing/2014/main" val="3277146927"/>
                    </a:ext>
                  </a:extLst>
                </a:gridCol>
                <a:gridCol w="1457704">
                  <a:extLst>
                    <a:ext uri="{9D8B030D-6E8A-4147-A177-3AD203B41FA5}">
                      <a16:colId xmlns:a16="http://schemas.microsoft.com/office/drawing/2014/main" val="1077939059"/>
                    </a:ext>
                  </a:extLst>
                </a:gridCol>
                <a:gridCol w="1419656">
                  <a:extLst>
                    <a:ext uri="{9D8B030D-6E8A-4147-A177-3AD203B41FA5}">
                      <a16:colId xmlns:a16="http://schemas.microsoft.com/office/drawing/2014/main" val="3140333071"/>
                    </a:ext>
                  </a:extLst>
                </a:gridCol>
                <a:gridCol w="1419656">
                  <a:extLst>
                    <a:ext uri="{9D8B030D-6E8A-4147-A177-3AD203B41FA5}">
                      <a16:colId xmlns:a16="http://schemas.microsoft.com/office/drawing/2014/main" val="3136406029"/>
                    </a:ext>
                  </a:extLst>
                </a:gridCol>
                <a:gridCol w="1131372">
                  <a:extLst>
                    <a:ext uri="{9D8B030D-6E8A-4147-A177-3AD203B41FA5}">
                      <a16:colId xmlns:a16="http://schemas.microsoft.com/office/drawing/2014/main" val="3928151134"/>
                    </a:ext>
                  </a:extLst>
                </a:gridCol>
                <a:gridCol w="1131372">
                  <a:extLst>
                    <a:ext uri="{9D8B030D-6E8A-4147-A177-3AD203B41FA5}">
                      <a16:colId xmlns:a16="http://schemas.microsoft.com/office/drawing/2014/main" val="413178272"/>
                    </a:ext>
                  </a:extLst>
                </a:gridCol>
                <a:gridCol w="1131372">
                  <a:extLst>
                    <a:ext uri="{9D8B030D-6E8A-4147-A177-3AD203B41FA5}">
                      <a16:colId xmlns:a16="http://schemas.microsoft.com/office/drawing/2014/main" val="2836778835"/>
                    </a:ext>
                  </a:extLst>
                </a:gridCol>
                <a:gridCol w="1131372">
                  <a:extLst>
                    <a:ext uri="{9D8B030D-6E8A-4147-A177-3AD203B41FA5}">
                      <a16:colId xmlns:a16="http://schemas.microsoft.com/office/drawing/2014/main" val="2826641880"/>
                    </a:ext>
                  </a:extLst>
                </a:gridCol>
              </a:tblGrid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Laser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Wellenlänge </a:t>
                      </a:r>
                      <a:r>
                        <a:rPr lang="el-GR" sz="1400" b="1">
                          <a:effectLst/>
                        </a:rPr>
                        <a:t>λ (</a:t>
                      </a:r>
                      <a:r>
                        <a:rPr lang="de-DE" sz="1400" b="1">
                          <a:effectLst/>
                        </a:rPr>
                        <a:t>nm)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M² (d1)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M² (d2)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Waist d1 (µm)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Waist d2 (µm)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z₀ d1 (mm)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>
                          <a:effectLst/>
                        </a:rPr>
                        <a:t>z₀ d2 (mm)</a:t>
                      </a:r>
                      <a:endParaRPr lang="de-DE" sz="140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258788"/>
                  </a:ext>
                </a:extLst>
              </a:tr>
              <a:tr h="362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Thorlabs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1576.293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2.245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67.75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72.12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2.52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2.48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10398"/>
                  </a:ext>
                </a:extLst>
              </a:tr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uniphase1023p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631.805000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1.001934e+00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1.002065e+00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6.619994e-05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6.580495e-05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8.190836e-03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8.142906e-03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18126"/>
                  </a:ext>
                </a:extLst>
              </a:tr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uniphase1103p11777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631.805000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1.023531e+00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1.024350e+00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5.650190e-05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5.657037e-05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5.927028e-03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6.100544e-03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2845"/>
                  </a:ext>
                </a:extLst>
              </a:tr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uniphase1103p110838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632.006000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1.011973e+00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1.016288e+00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5.596138e-05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5.563604e-05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6.240200e-03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6.028967e-03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368521"/>
                  </a:ext>
                </a:extLst>
              </a:tr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uniphase11122p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632.208000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1.002911e+00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9.997115e-01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5.899176e-05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5.927440e-05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5.957803e-05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effectLst/>
                        </a:rPr>
                        <a:t>7.037906e-03</a:t>
                      </a:r>
                    </a:p>
                    <a:p>
                      <a:pPr>
                        <a:buNone/>
                      </a:pPr>
                      <a:endParaRPr lang="de-DE" sz="1400" dirty="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660464"/>
                  </a:ext>
                </a:extLst>
              </a:tr>
              <a:tr h="57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uniphase1507p0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634.822000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effectLst/>
                        </a:rPr>
                        <a:t>9.882001e-01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9.827970e-01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5.660866e-05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5.954137e-05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effectLst/>
                        </a:rPr>
                        <a:t>9.935290e-03</a:t>
                      </a: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effectLst/>
                        </a:rPr>
                        <a:t>9.115662e-03</a:t>
                      </a:r>
                    </a:p>
                    <a:p>
                      <a:pPr>
                        <a:buNone/>
                      </a:pPr>
                      <a:endParaRPr lang="de-DE" sz="1400" dirty="0">
                        <a:effectLst/>
                      </a:endParaRPr>
                    </a:p>
                  </a:txBody>
                  <a:tcPr marL="88480" marR="88480" marT="58987" marB="5898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27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8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B68E6E-05E7-CF76-986E-D740C3C4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Thorlabs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9D8AC76-9469-E60A-98F0-7196DA99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" r="3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05EA676-B083-11F9-30E3-4E9D0B0F8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28" r="3" b="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0287454-C96C-37B7-6F5E-C881D9264AC0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BDA9D38-80A7-6714-9B48-45F9A14DE888}"/>
              </a:ext>
            </a:extLst>
          </p:cNvPr>
          <p:cNvSpPr txBox="1"/>
          <p:nvPr/>
        </p:nvSpPr>
        <p:spPr>
          <a:xfrm>
            <a:off x="7806044" y="2156357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5D812CE-C5C2-B9EF-549E-1FD8305CDC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176"/>
          <a:stretch>
            <a:fillRect/>
          </a:stretch>
        </p:blipFill>
        <p:spPr>
          <a:xfrm>
            <a:off x="9834489" y="18811"/>
            <a:ext cx="2051186" cy="217938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F510BCD-14A0-2534-B14C-3B2DB778AE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176"/>
          <a:stretch>
            <a:fillRect/>
          </a:stretch>
        </p:blipFill>
        <p:spPr>
          <a:xfrm>
            <a:off x="7662089" y="0"/>
            <a:ext cx="1869125" cy="198594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F5C48CB-C5C7-617F-E8CF-B1A6B1C0D77C}"/>
              </a:ext>
            </a:extLst>
          </p:cNvPr>
          <p:cNvSpPr txBox="1"/>
          <p:nvPr/>
        </p:nvSpPr>
        <p:spPr>
          <a:xfrm>
            <a:off x="7662089" y="170411"/>
            <a:ext cx="128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highlight>
                  <a:srgbClr val="C0C0C0"/>
                </a:highlight>
              </a:rPr>
              <a:t>focus</a:t>
            </a:r>
            <a:endParaRPr lang="de-DE" dirty="0">
              <a:highlight>
                <a:srgbClr val="C0C0C0"/>
              </a:highlight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65E4BFD-670E-E0A3-5625-4EFAFA768FEC}"/>
              </a:ext>
            </a:extLst>
          </p:cNvPr>
          <p:cNvSpPr txBox="1"/>
          <p:nvPr/>
        </p:nvSpPr>
        <p:spPr>
          <a:xfrm>
            <a:off x="9778100" y="170411"/>
            <a:ext cx="128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C0C0C0"/>
                </a:highlight>
              </a:rPr>
              <a:t>outside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6BE335-BAA3-AE94-499E-2DB555E4C9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84" t="52550" r="10959" b="5385"/>
          <a:stretch>
            <a:fillRect/>
          </a:stretch>
        </p:blipFill>
        <p:spPr>
          <a:xfrm>
            <a:off x="937935" y="173842"/>
            <a:ext cx="2384612" cy="1585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D01C9925-3EFE-3AAF-9B4B-AAF27EC42483}"/>
                  </a:ext>
                </a:extLst>
              </p14:cNvPr>
              <p14:cNvContentPartPr/>
              <p14:nvPr/>
            </p14:nvContentPartPr>
            <p14:xfrm>
              <a:off x="2134073" y="470654"/>
              <a:ext cx="826920" cy="45000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01C9925-3EFE-3AAF-9B4B-AAF27EC424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7953" y="464534"/>
                <a:ext cx="83916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4B59DEE8-9BA4-3C7D-A509-D2AD02ADCD4E}"/>
                  </a:ext>
                </a:extLst>
              </p14:cNvPr>
              <p14:cNvContentPartPr/>
              <p14:nvPr/>
            </p14:nvContentPartPr>
            <p14:xfrm>
              <a:off x="-3537727" y="748574"/>
              <a:ext cx="360" cy="360"/>
            </p14:xfrm>
          </p:contentPart>
        </mc:Choice>
        <mc:Fallback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4B59DEE8-9BA4-3C7D-A509-D2AD02ADCD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3543847" y="74245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948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C15D-53B1-9A29-2472-6AFAABA6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2313A-2790-F488-14B0-823A2E3A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Uniphase 1507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56383D-BED6-D100-EB27-E17E905A6F0A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413ACBF-4F5F-1282-D534-D56F349C7ED3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C6ECB63-248C-A2E6-F0C2-E16D236B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286" y="2576696"/>
            <a:ext cx="5020322" cy="334688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CC5D66-AB2A-1600-171F-769E79DEA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84" y="2259281"/>
            <a:ext cx="5020322" cy="334688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F134E3E-10E8-8713-8D77-36DDCFCA34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272"/>
          <a:stretch>
            <a:fillRect/>
          </a:stretch>
        </p:blipFill>
        <p:spPr>
          <a:xfrm>
            <a:off x="10108457" y="310399"/>
            <a:ext cx="1678550" cy="172752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ED1B430-7756-AD0E-A897-186C459D4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616"/>
          <a:stretch>
            <a:fillRect/>
          </a:stretch>
        </p:blipFill>
        <p:spPr>
          <a:xfrm>
            <a:off x="8223376" y="310399"/>
            <a:ext cx="1641386" cy="17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1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F90E-672F-EE7A-9871-ABBBF623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CE5B-5704-7911-1216-29055F51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1023p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696ACB-5AB8-1500-357E-C0C1D64F5028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D71D353-556A-6D28-B105-3589C90F0334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47068AC-53D4-0A97-542B-E77370AE3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151" y="2450238"/>
            <a:ext cx="6096000" cy="4064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5B785F9-824C-BDDC-3E84-9A71238DB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51" y="2576696"/>
            <a:ext cx="5143500" cy="3429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5E1032F-94AE-EAC7-28B7-82CB5DBAA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919" y="170412"/>
            <a:ext cx="1678794" cy="176715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645021D-B247-8B2D-C1A4-4175C31AF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410" y="170412"/>
            <a:ext cx="1751673" cy="176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9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6955-52F7-088B-3DA1-CEB0BDB7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5D7C3A-D508-3775-1550-8B29A0AD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1103p11777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9A12549-071E-FC17-4179-C26346BA5E32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FE26EC0-3F59-008F-E8B2-4BE5A44C0254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AD6257-DC97-E2B8-7A0D-A17A50D2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151" y="2299452"/>
            <a:ext cx="5854700" cy="390313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896BAFC-395B-C31A-62E0-828612AD8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75" y="2533416"/>
            <a:ext cx="5138651" cy="342576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7361B23-FA46-9475-7D6C-EF1D96B42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576" y="220950"/>
            <a:ext cx="1286284" cy="132873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2CCF22C-F011-C224-9F96-2FB6ED043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11" y="319833"/>
            <a:ext cx="1088553" cy="11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63D3-A022-1182-4901-726A2A71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5A1E8-DA73-AC78-0A9C-06CE049A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1103p110838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68455B-8A18-1663-91A2-FFBABD7284AF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52AFF2-4683-A81E-9872-0BE4AC2FD81B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E15A6BA-F902-8FDC-FD93-180DA5BF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985" y="2576696"/>
            <a:ext cx="4572000" cy="304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740265E-557D-19C5-5C56-9CE19ADCD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84" y="2576696"/>
            <a:ext cx="4572000" cy="3048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02FA11-03B5-5E10-E92F-F35849637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505" y="355480"/>
            <a:ext cx="1288957" cy="136277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F728CE7-534A-E7E1-1E4B-3AB306A09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680" y="170412"/>
            <a:ext cx="1629616" cy="172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3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87616-4A31-973B-BECE-0F2BCF7F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BB6F3-EE50-87BF-7BD8-A0186CCC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Uniphase1122p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EC074A6-E553-2FD1-DFA0-2333E5AE158A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08D7626-20D3-31AA-4835-63911102B8B3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C01D29-1394-0D5C-18A6-221EE03F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785" y="2576696"/>
            <a:ext cx="4804833" cy="320322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AF0E8C3-7643-6101-2B6B-2D4C4E531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16" y="2348638"/>
            <a:ext cx="5143500" cy="3429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41E8E15-6F07-7FF1-20D8-21734F5BA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392" y="334195"/>
            <a:ext cx="1323415" cy="137696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DCE2BF6-ED5C-E3E4-D073-724FE668D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482" y="170412"/>
            <a:ext cx="1519518" cy="15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78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Macintosh PowerPoint</Application>
  <PresentationFormat>Breitbild</PresentationFormat>
  <Paragraphs>78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Msquared</vt:lpstr>
      <vt:lpstr>Summary</vt:lpstr>
      <vt:lpstr>Thorlabs</vt:lpstr>
      <vt:lpstr>Uniphase 1507</vt:lpstr>
      <vt:lpstr>Uniphase 1023p</vt:lpstr>
      <vt:lpstr>Uniphase 1103p11777</vt:lpstr>
      <vt:lpstr>Uniphase 1103p110838</vt:lpstr>
      <vt:lpstr>Uniphase1122p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Krotsch</dc:creator>
  <cp:lastModifiedBy>Krotsch, Carolina</cp:lastModifiedBy>
  <cp:revision>6</cp:revision>
  <dcterms:created xsi:type="dcterms:W3CDTF">2026-05-18T16:22:25Z</dcterms:created>
  <dcterms:modified xsi:type="dcterms:W3CDTF">2026-05-26T16:34:11Z</dcterms:modified>
</cp:coreProperties>
</file>